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Fira Sans Extra Condensed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6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iraSansExtraCondensedMedium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FiraSansExtraCondensedMedium-italic.fntdata"/><Relationship Id="rId16" Type="http://schemas.openxmlformats.org/officeDocument/2006/relationships/font" Target="fonts/FiraSansExtraCondensed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FiraSansExtraCondensed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8ea72f4a77_6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8ea72f4a77_6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ab8bef9c2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ab8bef9c2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8a22a4a535_2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8a22a4a535_2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7888fcf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7888fcf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888fcf0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7888fcf0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7888fcf0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7888fcf0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0280" y="536650"/>
            <a:ext cx="49182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0275" y="2589250"/>
            <a:ext cx="4918200" cy="5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83675" y="1031250"/>
            <a:ext cx="8203200" cy="36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83675" y="1031250"/>
            <a:ext cx="8203200" cy="3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262">
          <p15:clr>
            <a:srgbClr val="EA4335"/>
          </p15:clr>
        </p15:guide>
        <p15:guide id="6" orient="horz" pos="29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409349" y="947725"/>
            <a:ext cx="8325300" cy="90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</a:rPr>
              <a:t>SQL Advanced Optimization Project (export CSV)</a:t>
            </a:r>
            <a:endParaRPr sz="3000">
              <a:solidFill>
                <a:schemeClr val="accent1"/>
              </a:solidFill>
            </a:endParaRPr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724988" y="1851925"/>
            <a:ext cx="5694000" cy="3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Maruli Tyson</a:t>
            </a:r>
            <a:endParaRPr sz="33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1"/>
              </a:solidFill>
            </a:endParaRPr>
          </a:p>
        </p:txBody>
      </p:sp>
      <p:grpSp>
        <p:nvGrpSpPr>
          <p:cNvPr id="53" name="Google Shape;53;p13"/>
          <p:cNvGrpSpPr/>
          <p:nvPr/>
        </p:nvGrpSpPr>
        <p:grpSpPr>
          <a:xfrm>
            <a:off x="-1765072" y="2664807"/>
            <a:ext cx="10787812" cy="3283202"/>
            <a:chOff x="711150" y="1559663"/>
            <a:chExt cx="7721575" cy="2350013"/>
          </a:xfrm>
        </p:grpSpPr>
        <p:sp>
          <p:nvSpPr>
            <p:cNvPr id="54" name="Google Shape;54;p13"/>
            <p:cNvSpPr/>
            <p:nvPr/>
          </p:nvSpPr>
          <p:spPr>
            <a:xfrm>
              <a:off x="711150" y="1595125"/>
              <a:ext cx="7721575" cy="2314550"/>
            </a:xfrm>
            <a:custGeom>
              <a:rect b="b" l="l" r="r" t="t"/>
              <a:pathLst>
                <a:path extrusionOk="0" h="92582" w="308863">
                  <a:moveTo>
                    <a:pt x="0" y="92445"/>
                  </a:moveTo>
                  <a:lnTo>
                    <a:pt x="24529" y="34740"/>
                  </a:lnTo>
                  <a:lnTo>
                    <a:pt x="73382" y="80857"/>
                  </a:lnTo>
                  <a:lnTo>
                    <a:pt x="97740" y="23146"/>
                  </a:lnTo>
                  <a:lnTo>
                    <a:pt x="122133" y="46302"/>
                  </a:lnTo>
                  <a:lnTo>
                    <a:pt x="146543" y="0"/>
                  </a:lnTo>
                  <a:lnTo>
                    <a:pt x="195411" y="69356"/>
                  </a:lnTo>
                  <a:lnTo>
                    <a:pt x="219734" y="57794"/>
                  </a:lnTo>
                  <a:lnTo>
                    <a:pt x="244161" y="80952"/>
                  </a:lnTo>
                  <a:lnTo>
                    <a:pt x="268621" y="11652"/>
                  </a:lnTo>
                  <a:lnTo>
                    <a:pt x="293020" y="44"/>
                  </a:lnTo>
                  <a:lnTo>
                    <a:pt x="308863" y="92582"/>
                  </a:ln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5" name="Google Shape;55;p13"/>
            <p:cNvSpPr/>
            <p:nvPr/>
          </p:nvSpPr>
          <p:spPr>
            <a:xfrm>
              <a:off x="1287538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897863" y="30035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508163" y="358078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118475" y="21377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728788" y="2714950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4339088" y="1559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949400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5559713" y="32921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6170025" y="3006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6780338" y="35807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7390650" y="18491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8006675" y="15596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13"/>
          <p:cNvGrpSpPr/>
          <p:nvPr/>
        </p:nvGrpSpPr>
        <p:grpSpPr>
          <a:xfrm>
            <a:off x="-823039" y="2664804"/>
            <a:ext cx="10790078" cy="2519041"/>
            <a:chOff x="710288" y="2137750"/>
            <a:chExt cx="7723197" cy="1803050"/>
          </a:xfrm>
        </p:grpSpPr>
        <p:sp>
          <p:nvSpPr>
            <p:cNvPr id="68" name="Google Shape;68;p13"/>
            <p:cNvSpPr/>
            <p:nvPr/>
          </p:nvSpPr>
          <p:spPr>
            <a:xfrm>
              <a:off x="710288" y="2172905"/>
              <a:ext cx="7723197" cy="1739465"/>
            </a:xfrm>
            <a:custGeom>
              <a:rect b="b" l="l" r="r" t="t"/>
              <a:pathLst>
                <a:path extrusionOk="0" h="48295" w="214429">
                  <a:moveTo>
                    <a:pt x="0" y="48101"/>
                  </a:moveTo>
                  <a:lnTo>
                    <a:pt x="17026" y="32099"/>
                  </a:lnTo>
                  <a:lnTo>
                    <a:pt x="33957" y="40100"/>
                  </a:lnTo>
                  <a:lnTo>
                    <a:pt x="50912" y="8072"/>
                  </a:lnTo>
                  <a:lnTo>
                    <a:pt x="67890" y="48077"/>
                  </a:lnTo>
                  <a:lnTo>
                    <a:pt x="84797" y="24003"/>
                  </a:lnTo>
                  <a:lnTo>
                    <a:pt x="101751" y="32099"/>
                  </a:lnTo>
                  <a:lnTo>
                    <a:pt x="118658" y="24122"/>
                  </a:lnTo>
                  <a:lnTo>
                    <a:pt x="135613" y="8025"/>
                  </a:lnTo>
                  <a:lnTo>
                    <a:pt x="152591" y="0"/>
                  </a:lnTo>
                  <a:lnTo>
                    <a:pt x="169522" y="24098"/>
                  </a:lnTo>
                  <a:lnTo>
                    <a:pt x="186500" y="32194"/>
                  </a:lnTo>
                  <a:lnTo>
                    <a:pt x="203611" y="16042"/>
                  </a:lnTo>
                  <a:lnTo>
                    <a:pt x="214429" y="48295"/>
                  </a:lnTo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9" name="Google Shape;69;p13"/>
            <p:cNvSpPr/>
            <p:nvPr/>
          </p:nvSpPr>
          <p:spPr>
            <a:xfrm>
              <a:off x="8000975" y="27185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7390663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678032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6170038" y="213775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5559700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4949413" y="300693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4339088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72877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18475" y="386940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2508163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1897850" y="35807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1287538" y="32921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T1 - </a:t>
            </a:r>
            <a:r>
              <a:rPr lang="en"/>
              <a:t>Monthly</a:t>
            </a:r>
            <a:r>
              <a:rPr lang="en"/>
              <a:t> Performance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300" y="1204875"/>
            <a:ext cx="6393950" cy="27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T2 - Shipper SLA (YTD)</a:t>
            </a:r>
            <a:endParaRPr/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550" y="2105813"/>
            <a:ext cx="6100900" cy="9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T3 — Top 10 Products by Revenue (YTD)</a:t>
            </a:r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700" y="1426163"/>
            <a:ext cx="5328601" cy="22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T4 — Sales Rep Scorecard (YTD)</a:t>
            </a:r>
            <a:endParaRPr/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725" y="1403888"/>
            <a:ext cx="5846551" cy="23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T5 — New vs Loyal Customers (YTD)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363" y="2193200"/>
            <a:ext cx="3157275" cy="7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